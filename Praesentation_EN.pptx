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90C4"/>
                </a:solidFill>
              </a:rPr>
              <a:t>TEST ASSIGNMENT · INTERSHOP COMMUNICATIONS AG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Automated Matching of Customer Challenges</a:t>
            </a:r>
            <a:endParaRPr lang="en-US" sz="2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to Intershop Customer References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Onur Yazicioglu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</a:rPr>
              <a:t>April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9516" y="393192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" y="3931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FastAPI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1428" y="393192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1428" y="3931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ChromaDB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63340" y="393192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3340" y="3931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sentence-transformers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45252" y="393192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5252" y="3931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Azure AI Foundry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27164" y="393192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27164" y="3931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</a:rPr>
              <a:t>LangChain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C4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Why this system?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4572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25603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54480"/>
            <a:ext cx="2560320" cy="54864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3042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Manual Search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2724912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Sales reps or customers search manually for matching references — time-consuming and inconsistent.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554480"/>
            <a:ext cx="25603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554480"/>
            <a:ext cx="2560320" cy="54864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01568" y="23042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Unstructured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724912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Customer references are available on the website without structure — no direct data access, no API.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5896" y="1554480"/>
            <a:ext cx="25603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554480"/>
            <a:ext cx="2560320" cy="54864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5896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63056" y="23042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No Context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0488" y="2724912"/>
            <a:ext cx="22311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</a:rPr>
              <a:t>There is no mapping between challenges and references. Every sales rep works differently.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93192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→   Solution: Semantic automation of reference matching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C4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How the components work together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630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Intershop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Website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14630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2344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JSON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1234440"/>
            <a:ext cx="14630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12344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ChromaDB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Vector DB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1234440"/>
            <a:ext cx="14630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12344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1234440"/>
            <a:ext cx="14630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23760" y="12344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Client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55648" y="1623060"/>
            <a:ext cx="256032" cy="0"/>
          </a:xfrm>
          <a:prstGeom prst="line">
            <a:avLst/>
          </a:prstGeom>
          <a:noFill/>
          <a:ln w="19050">
            <a:solidFill>
              <a:srgbClr val="4A9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9928" y="13578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scraper.py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493008" y="1623060"/>
            <a:ext cx="256032" cy="0"/>
          </a:xfrm>
          <a:prstGeom prst="line">
            <a:avLst/>
          </a:prstGeom>
          <a:noFill/>
          <a:ln w="19050">
            <a:solidFill>
              <a:srgbClr val="4A90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13578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rag.py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5230368" y="1623060"/>
            <a:ext cx="256032" cy="0"/>
          </a:xfrm>
          <a:prstGeom prst="line">
            <a:avLst/>
          </a:prstGeom>
          <a:noFill/>
          <a:ln w="19050">
            <a:solidFill>
              <a:srgbClr val="4A90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4648" y="13578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server.py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967728" y="1623060"/>
            <a:ext cx="256032" cy="0"/>
          </a:xfrm>
          <a:prstGeom prst="line">
            <a:avLst/>
          </a:prstGeom>
          <a:noFill/>
          <a:ln w="19050">
            <a:solidFill>
              <a:srgbClr val="4A9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22008" y="13578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18096"/>
                </a:solidFill>
              </a:rPr>
              <a:t>user.py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5720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Key Data Files: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743200"/>
            <a:ext cx="64008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27889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references/*.json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3081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Reference Documents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274320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80560" y="2743200"/>
            <a:ext cx="64008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45152" y="27889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challenges.json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5152" y="3081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Stored Challenges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520440"/>
            <a:ext cx="64008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5661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chroma_db/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" y="3858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Vector Database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80560" y="352044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80560" y="3520440"/>
            <a:ext cx="64008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45152" y="35661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products.txt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45152" y="3858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Product Knowledge Base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C4"/>
                </a:solidFill>
              </a:rPr>
              <a:t>DATA COLLECTION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Two scrapers – two data 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160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scraper.py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90C4"/>
                </a:solidFill>
              </a:rPr>
              <a:t>Source: intershop.com/en/customers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993392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C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Detects all customer cards (Read more and Visit shop)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2377440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C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Extracts: company name, description, logo URL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2761488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C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Saves each reference as its own JSON file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3145536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C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Metadata: read_more / visit_shop, challenges (empty → can be filled later)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3529584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C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Format directly LangChain-compatible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388620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4434840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references/lekkerland.json …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1143000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1143000"/>
            <a:ext cx="4160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1430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scraper_products.py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6642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90C4"/>
                </a:solidFill>
              </a:rPr>
              <a:t>Source: 6 Intershop solution pages (B2B, B2C, B2X …)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65192" y="1993392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C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Reads headings, descriptions and feature lists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65192" y="2377440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C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Filters out navigation, scripts and footers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65192" y="2761488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C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Structures content by source URL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65192" y="3145536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C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Saves everything in products.txt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65192" y="3529584"/>
            <a:ext cx="3831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0C4"/>
                </a:solidFill>
              </a:rPr>
              <a:t>• </a:t>
            </a:r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Serves as knowledge base for LLM product recommendation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4434840"/>
            <a:ext cx="3886200" cy="292608"/>
          </a:xfrm>
          <a:prstGeom prst="rect">
            <a:avLst/>
          </a:prstGeom>
          <a:solidFill>
            <a:srgbClr val="F4F7F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4434840"/>
            <a:ext cx="3758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products.txt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C4"/>
                </a:solidFill>
              </a:rPr>
              <a:t>CORE OF THE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Semantic Search, Deduplication &amp; Filtered RAG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Submit New Challenge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1  User enters a challenge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385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2  Embedding via all-MiniLM-L6-v2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414016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140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3  Cosine similarity check against stored challenges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89504"/>
            <a:ext cx="4114800" cy="420624"/>
          </a:xfrm>
          <a:prstGeom prst="rect">
            <a:avLst/>
          </a:prstGeom>
          <a:solidFill>
            <a:srgbClr val="EBF4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8950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4  Duplicate (≥ 85%)? → Reject with hint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64992"/>
            <a:ext cx="4114800" cy="420624"/>
          </a:xfrm>
          <a:prstGeom prst="rect">
            <a:avLst/>
          </a:prstGeom>
          <a:solidFill>
            <a:srgbClr val="EBF4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36499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5  Unique? → Tag references + save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84048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404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6  Automatically trigger search (POST → GET /search)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078992"/>
            <a:ext cx="4114800" cy="347472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789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 (RAG + Metadata Filter)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4630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A  Embed challenge text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93852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9385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B  Retrieve top-15 candidates from ChromaDB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414016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4140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C  Open each reference JSON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889504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88950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D  Is challenge in metadata.challenges? → Filter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364992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36499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E  Return top-5 by similarity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Two-stage filter: first semantic similarity, then explicit metadata tagging → precise, well-founded results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C4"/>
                </a:solidFill>
              </a:rPr>
              <a:t>REST API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6 endpoints – fully operable via CLI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80467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5214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15214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A5F"/>
                </a:solidFill>
              </a:rPr>
              <a:t>POST 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/challenge/new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4813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Submit a new challenge. Deduplication, tagging, automatic search.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54864" cy="80467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15214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15214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8A"/>
                </a:solidFill>
              </a:rPr>
              <a:t>GET 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/search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14813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RAG search for a known challenge. Returns top-5 filtered references.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29968"/>
            <a:ext cx="54864" cy="80467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08483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208483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8A"/>
                </a:solidFill>
              </a:rPr>
              <a:t>GET 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/visualization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241401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Bar chart in terminal: challenge → number of tagged references.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02996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029968"/>
            <a:ext cx="54864" cy="80467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08483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2084832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8A"/>
                </a:solidFill>
              </a:rPr>
              <a:t>GET 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/product-recommendation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12080" y="241401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LLM product recommendation via Azure AI Foundry based on challenge + products.txt.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96265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62656"/>
            <a:ext cx="54864" cy="80467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01752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301752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8A"/>
                </a:solidFill>
              </a:rPr>
              <a:t>GET 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/challenges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334670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List of all stored challenges from challenges.json.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96265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962656"/>
            <a:ext cx="54864" cy="80467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301752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2080" y="3017520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8A"/>
                </a:solidFill>
              </a:rPr>
              <a:t>GET </a:t>
            </a:r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/endpoints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12080" y="334670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Overview of all available API endpoints with description.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C4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Deliberately chosen tools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1430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A90C4"/>
                </a:solidFill>
              </a:rPr>
              <a:t>VIBE CODING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48056" y="13167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AI Assistants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" y="1517904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Claude Sonnet 4.6 &amp; ChatGPT for brainstorming, implementation and documentation.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97280"/>
            <a:ext cx="54864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1430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A90C4"/>
                </a:solidFill>
              </a:rPr>
              <a:t>BACKEND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837176" y="13167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Python + FastAPI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37176" y="1517904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Fast, type-safe REST API with automatic validation and interactive documentation.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84708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847088"/>
            <a:ext cx="54864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18928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A90C4"/>
                </a:solidFill>
              </a:rPr>
              <a:t>OFFLINE NEURAL NET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48056" y="20665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all-MiniLM-L6-v2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" y="226771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Deliberately chosen: local neural network model, fully offline – no cloud dependency.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184708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847088"/>
            <a:ext cx="54864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18928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A90C4"/>
                </a:solidFill>
              </a:rPr>
              <a:t>VECTOR DATABASE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837176" y="20665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ChromaDB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37176" y="226771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Local, persistent vector database – no separate database installation required.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59689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596896"/>
            <a:ext cx="54864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2642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A90C4"/>
                </a:solidFill>
              </a:rPr>
              <a:t>RAG ORCHESTRATION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48056" y="28163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LangChain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" y="3017520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Unified Document abstraction, direct ChromaDB integration for the RAG pipeline.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259689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596896"/>
            <a:ext cx="54864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2642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A90C4"/>
                </a:solidFill>
              </a:rPr>
              <a:t>ONLINE AI PLATFORM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837176" y="28163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Azure AI Foundry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37176" y="3017520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Deliberately chosen: demonstrates professional use of cloud-based AI and ML services.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34670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346704"/>
            <a:ext cx="54864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" y="33924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A90C4"/>
                </a:solidFill>
              </a:rPr>
              <a:t>WEB SCRAPING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48056" y="35661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BeautifulSoup + Requests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8056" y="3767328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Lightweight scraping of the Intershop site without browser overhead.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34670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346704"/>
            <a:ext cx="54864" cy="6583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37176" y="33924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4A90C4"/>
                </a:solidFill>
              </a:rPr>
              <a:t>MATHEMATICS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837176" y="35661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37176" y="3767328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Cosine similarity for challenge deduplication – numerically stable and proven.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C4"/>
                </a:solidFill>
              </a:rPr>
              <a:t>OUTLOOK &amp; EXTENSIBILITY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What is already planned – what is still possible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98755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234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Web 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087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Since the system is REST API-based, a web frontend can be added at any time, making the endpoints accessible via a graphical interface.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54864" cy="98755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234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21615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Detail Pages (Dual Vector Space)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0" y="15087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The Read-more links have not yet been used. For long detail pages, a second, separate vector space is recommended — different chunk lengths in the same space distort search results.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240280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40280"/>
            <a:ext cx="54864" cy="98755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23317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3134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Zero-Shot Classification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60604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Instead of embeddings for tagging, zero-shot classifiers could be used — more precise, but adding new challenges becomes more complex.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40280"/>
            <a:ext cx="54864" cy="98755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23317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231343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Swap Embedding Model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260604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The local model can be replaced by OpenAI or Azure embeddings at any time — a single line in embedder.py is sufficient.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337560"/>
            <a:ext cx="40690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37560"/>
            <a:ext cx="54864" cy="98755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" y="34290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34107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Unit Tests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7033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</a:rPr>
              <a:t>Tests for deduplication logic, tagging and the RAG pipeline would increase robustness and prevent regression errors during extensions.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90C4"/>
                </a:solidFill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this system delivers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3657600" cy="36576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82296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✅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Automatic extraction of Intershop reference and product data via web scraping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82296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73936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✅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Semantic challenge matching with local neural network model (offline)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82296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40864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✅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Two-stage RAG filter: vector search + metadata tagging for precise results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82296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07792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✅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Deduplication of new challenges via cosine similarity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7472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✅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LLM product recommendation via Azure AI Foundry (cloud-based)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41648"/>
            <a:ext cx="8229600" cy="47548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41648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</a:rPr>
              <a:t>✅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Fully modular – frontend, new models and tests can be added at any 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Onur Yazicioglu  ·  April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Intershop Customer Reference Matcher – EN</dc:title>
  <dc:subject>PptxGenJS Presentation</dc:subject>
  <dc:creator>Onur Yazicioglu</dc:creator>
  <cp:lastModifiedBy>Onur Yazicioglu</cp:lastModifiedBy>
  <cp:revision>1</cp:revision>
  <dcterms:created xsi:type="dcterms:W3CDTF">2026-05-14T23:39:14Z</dcterms:created>
  <dcterms:modified xsi:type="dcterms:W3CDTF">2026-05-14T23:39:14Z</dcterms:modified>
</cp:coreProperties>
</file>